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0116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28600"/>
          <a:lstStyle/>
          <a:p>
            <a:pPr algn="ctr">
              <a:defRPr sz="1100" b="1">
                <a:solidFill>
                  <a:srgbClr val="93C8FD"/>
                </a:solidFill>
                <a:latin typeface="Calibri"/>
              </a:defRPr>
            </a:pPr>
            <a:r>
              <a:t>FINAL PROJECT DEFENSE &amp; SYSTEM DEMO</a:t>
            </a:r>
          </a:p>
          <a:p>
            <a:pPr>
              <a:spcBef>
                <a:spcPts val="400"/>
              </a:spcBef>
              <a:defRPr sz="3200" b="1">
                <a:solidFill>
                  <a:srgbClr val="FFFFFF"/>
                </a:solidFill>
                <a:latin typeface="Arial"/>
              </a:defRPr>
            </a:pPr>
            <a:r>
              <a:t>LaundryCare Management System</a:t>
            </a:r>
          </a:p>
          <a:p>
            <a:pPr>
              <a:spcBef>
                <a:spcPts val="400"/>
              </a:spcBef>
              <a:defRPr sz="1400">
                <a:solidFill>
                  <a:srgbClr val="E0E7FF"/>
                </a:solidFill>
                <a:latin typeface="Calibri"/>
              </a:defRPr>
            </a:pPr>
            <a:r>
              <a:t>Doorstep Laundry Pickup &amp; Delivery System | P2B Sayre Highway, Panadtalan, Maramag (Near Torres Capitol College Inc.)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594360"/>
            <a:ext cx="1600200" cy="1600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685800"/>
            <a:ext cx="1417320" cy="1417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2697480"/>
            <a:ext cx="6858000" cy="3657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OUR TEAM &amp; ROLES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John Michael Bretaña — Project Leader &amp; Admin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Overall system design, user permissions, and deployment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Hazil Enoc — Front Desk Cashier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Customer records, order encoding, and billing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Mark Ephraim Nicor — Laundry Operator &amp; Rider 3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Washing and drying schedule, deliveries across Panadtalan Puroks 1-5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Tristan Dave M. Plaza — Mobile App &amp; Rider 1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Rider mobile view, digital signature, deliveries for Torres Capitol College Inc. &amp; Dorms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•  Marvin Oclarino — Payments &amp; Rider 2</a:t>
            </a:r>
          </a:p>
          <a:p>
            <a:pPr>
              <a:spcAft>
                <a:spcPts val="4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    Role: Payment recording, change calculator, deliveries along Sayre Highway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2697480"/>
            <a:ext cx="3639312" cy="36576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spcAft>
                <a:spcPts val="10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QUICK PROJECT OVERVIEW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📍 Location Covered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Near Torres Capitol College Inc., P2B Sayre Highway, Panadtalan, Maramag.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🛵 3 Bajaj Delivery Motorcycles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3 dedicated riders assigned to specific neighborhood zones.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📞 Contact &amp; Support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Hotline: 0906-188-8611 • Hours: 8:00 AM - 4:30 PM (Mon-Sat).</a:t>
            </a:r>
          </a:p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✅ Fully Tested &amp; Working</a:t>
            </a:r>
          </a:p>
          <a:p>
            <a:pPr>
              <a:spcAft>
                <a:spcPts val="600"/>
              </a:spcAft>
              <a:defRPr sz="1100">
                <a:solidFill>
                  <a:srgbClr val="475569"/>
                </a:solidFill>
                <a:latin typeface="Calibri"/>
              </a:defRPr>
            </a:pPr>
            <a:r>
              <a:t>Passed all 79 automated software tests with 0 errors.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WHY WE BUILT THIS   •   PRESENTER: HAZIL ENOC (FRONT DESK CASHIER)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Problem: What Traditional Laundry Shops Struggle With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🎓  College Students &amp; Dormers Struggle with Laundry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Students have heavy class loads and limited time to wash clothes.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Dorms and boarding houses lack water and drying space, especially when it rains.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Carrying heavy laundry bags down Sayre Highway is exhausting.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📝  Inefficient and Fragile Manual Record-Keeping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Paper receipts and tags tear, get wet, or get misplaced on the counter.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Detached tags cause clothes to be mixed up between different customers.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Staff must flip through paper notebooks to search past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🔍  Total Lack of Order Visibility for Customers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Customers don't know if clothes are currently being washed, dried, or folded.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Students panic about whether uniforms will be ready for class.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Customers repeatedly call and text the shop, interrupting staff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00200"/>
            <a:ext cx="25420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✍️  Absence of Verifiable Proof of Delivery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signed proof or timestamp when clothes are delivered to gates or dorms.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Packages left with roommates or caretakers risk being lost or misplaced.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Unresolvable disputes between customers and riders with no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OUR SOLUTION   •   PRESENTER: MARK EPHRAIM NICOR (LAUNDRY OPERATOR &amp; RIDER 3)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The Solution: 3 Simple Portals for Everyone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📱  1. For Customers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Account Needed: Anyone can book without complicated registration.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Book in 1 Minute: Choose your neighborhood zone, date, and preferred time.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Live Laundry Tracker: Enter your tracking code to see 5 real-time stages from intake to doorstep delivery.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Easy Payment Info: Clear rates (₱50/kilo) with Cash on Delivery or GCash options.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61688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🧺  2. For Shop Staff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Customer Records: Easily search customer phone numbers and past orders.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Order Encoding: Staff enters the weight in kg, and the system auto-computes the total bill.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Machine Telemetry: Shows how many washing machines and dryers are currently busy or free.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Cashier Payments: Record customer payments (Cash/GCash) and print paper receipts.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1856" y="1600200"/>
            <a:ext cx="34472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3. For Delivery Riders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Mobile-Friendly Screen: Designed to be easily used while mounted on a motorcycle.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1-Tap GPS Button: Opens the customer's location directly in Google Maps or Waze.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Call Customer: One tap to call the customer's phone when arriving.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Screen Signature: Customer signs with their finger on the screen as proof of delivery.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ENGINEERING &amp; TESTING   •   PRESENTER: TRISTAN DAVE M. PLAZA (MOBILE APP &amp; RIDER 1)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How We Built &amp; Tested the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💻  How the System Works Behind the Scenes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Built with Python &amp; Flask: A fast and lightweight web framework that runs smoothly on laptops and phones.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Organized Code: The project is divided into clean modules (Customers, Orders, Pickups, Deliveries, Payments) so team members can work together easily.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Secure Role Logins: Admin, Staff, and Riders each have their own login so staff only see what they need.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Reliable Database: Uses SQLite to store all orders, payments, and customer records safely.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🛡️  System Safety &amp; Automated Testing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No Invalid Inputs: System blocks accidental mistakes like negative weights, past dates, or empty names.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79 / 79 Automated Tests Passed: We created 79 test programs to test every button, route, and calculation with zero errors.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Safe and Private: Protects against web attacks and prevents sensitive business reports from leaking.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Always Online: Deployed live on the cloud (Render), ready to use anytime from anywhere across Panadtalan and school campus.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 rIns="228600" b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OPERATIONS &amp; DEMO   •   PRESENTER: MARVIN OCLARINO (PAYMENTS &amp; RIDER 2)</a:t>
            </a:r>
          </a:p>
          <a:p>
            <a:pPr>
              <a:spcBef>
                <a:spcPts val="300"/>
              </a:spcBef>
              <a:defRPr sz="2000" b="1">
                <a:solidFill>
                  <a:srgbClr val="0F172A"/>
                </a:solidFill>
                <a:latin typeface="Arial"/>
              </a:defRPr>
            </a:pPr>
            <a:r>
              <a:t>Motorcycle Logistics &amp; Live System Demonstration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66944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🛵  Bajaj Motorcycle Delivery in Panadtalan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Central Hub: Main laundry hub located at P2B Sayre Highway, Panadtalan (Near Torres Capitol College Inc.).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1 (Torres Capitol College Inc. &amp; Dorms): Handled by Tristan Dave Plaza (Bajaj Moto 1).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2 (Sayre Highway Commercial Corridor): Handled by Marvin Oclarino (Bajaj Moto 2).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Zone 3 (Panadtalan Puroks 1 to 5 Residential): Handled by Mark Ephraim Nicor (Bajaj Moto 3).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Automatic Assignment: The system matches student dorms, campus gates, or puroks to the assigned courier.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81344" y="1600200"/>
            <a:ext cx="5276088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💳  Payments, Receipts &amp; Support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Change Calculator: Shows rider the exact change to give the customer to avoid mistakes.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Thermal Receipts: Prints clean 80mm laundry receipts with barcodes for easy pickup.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Official Hotline: 0906-188-8611 (Calls &amp; SMS).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Store Hours: 8:00 AM to 4:30 PM, Monday to Saturday (Closed Sundays).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200">
                <a:solidFill>
                  <a:srgbClr val="475569"/>
                </a:solidFill>
                <a:latin typeface="Calibri"/>
              </a:defRPr>
            </a:pPr>
            <a:r>
              <a:t>•  Official Facebook Page: facebook.com/LaundryCare.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10728655" cy="11887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300" b="1">
                <a:solidFill>
                  <a:srgbClr val="059669"/>
                </a:solidFill>
                <a:latin typeface="Arial"/>
              </a:defRPr>
            </a:pPr>
            <a:r>
              <a:t>NOW STARTING THE LIVE SYSTEM DEMONSTRATION</a:t>
            </a:r>
          </a:p>
          <a:p>
            <a:pPr>
              <a:spcBef>
                <a:spcPts val="300"/>
              </a:spcBef>
              <a:defRPr sz="1100">
                <a:solidFill>
                  <a:srgbClr val="0F172A"/>
                </a:solidFill>
                <a:latin typeface="Calibri"/>
              </a:defRPr>
            </a:pPr>
            <a:r>
              <a:t>Demo Flow: 1. Customer Books Online  ➔  2. Staff Encodes Weight &amp; Computes Bill  ➔  3. Machine Telemetry Status  ➔  4. Customer Checks Live Tracker  ➔  5. Rider Delivers &amp; Gets Finger Signature  ➔  6. Cashier Records Payment &amp; Prints Receipt.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
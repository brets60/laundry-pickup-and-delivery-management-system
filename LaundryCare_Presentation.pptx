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011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100" b="1">
                <a:solidFill>
                  <a:srgbClr val="93C8FD"/>
                </a:solidFill>
                <a:latin typeface="Calibri"/>
              </a:defRPr>
            </a:pPr>
            <a:r>
              <a:t>FINAL PROJECT DEFENSE &amp; SYSTEM DEMO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LaundryCare Management System</a:t>
            </a:r>
          </a:p>
          <a:p>
            <a:pPr>
              <a:spcBef>
                <a:spcPts val="400"/>
              </a:spcBef>
              <a:defRPr sz="1400">
                <a:solidFill>
                  <a:srgbClr val="E0E7FF"/>
                </a:solidFill>
                <a:latin typeface="Calibri"/>
              </a:defRPr>
            </a:pPr>
            <a:r>
              <a:t>Doorstep Laundry Pickup and Delivery System for Base Camp, Maramag, Bukidnon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68580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OUR TEAM &amp; ROLES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John Michael Bretaña — Project Leader &amp; Admin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Overall system design, user permissions, and deployment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Hazil Enoc — Front Desk Cashier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Customer records, order encoding, and billing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Mark Ephraim Nicor — Laundry Operator &amp; Rider 3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Washing and drying schedule, deliveries for Puroks 1-5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Tristan Dave M. Plaza — Mobile App &amp; Rider 1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Rider mobile view, digital signature, deliveries for Base Camp Proper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Marvin Oclarino — Payments &amp; Rider 2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Payment recording, change calculator, deliveries along Highway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697480"/>
            <a:ext cx="3639312" cy="36576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QUICK PROJECT OVERVIEW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📍 Location Covered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Exclusively serves Barangay Base Camp, Maramag, Bukidnon.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🛵 3 Bajaj Delivery Motorcycles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3 dedicated riders assigned to specific neighborhood zones.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📞 Contact &amp; Support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Hotline: 0906-188-8611 • Hours: 8:00 AM - 4:30 PM (Mon-Sat).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✅ Fully Tested &amp; Working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Passed all 79 automated software tests with 0 errors.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WHY WE BUILT THIS   •   PRESENTER: HAZIL ENOC (FRONT DESK CASHIER)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Problem: What Traditional Laundry Shops Struggle With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🏷️  Lost Paper Slips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Paper receipts get wet, torn, or misplaced on the counter.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Handwritten tags fall off bags, causing mixed-up clothes.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Hard to look up past customer records when using paper notebooks.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👀  No Status Tracking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Customers don't know if their clothes are currently being washed or dried.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Students and busy families keep calling to ask if their laundry is ready.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notifications sent when riders are already on the 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Messy Delivery Dispatch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only get text messages without clear addresses or landmarks.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overlap in the same area, wasting time and motorcycle fuel.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Too many pickup requests during peak hours can overwhelm riders.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🧮  Manual Math &amp; Change Errors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calculate rates and change in their head at the doorstep.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Mental math mistakes cause short cash at the end of the day.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digital signature or proof that the laundry was actually received.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OUR SOLUTION   •   PRESENTER: MARK EPHRAIM NICOR (LAUNDRY OPERATOR &amp; RIDER 3)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Solution: 3 Simple Portals for Everyone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📱  1. For Customers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Account Needed: Anyone can book without complicated registration.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Book in 1 Minute: Choose your neighborhood zone, date, and preferred time.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Live Laundry Tracker: Enter your tracking code to see 5 real-time stages from intake to doorstep delivery.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Easy Payment Info: Clear rates (₱50/kilo) with Cash on Delivery or GCash options.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🧺  2. For Shop Staff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 Records: Easily search customer phone numbers and past orders.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Order Encoding: Staff enters the weight in kg, and the system auto-computes the total bill.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Machine Telemetry: Shows how many washing machines and dryers are currently busy or free.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Cashier Payments: Record customer payments (Cash/GCash) and print paper receipts.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1856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3. For Delivery Riders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Mobile-Friendly Screen: Designed to be easily used while mounted on a motorcycle.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1-Tap GPS Button: Opens the customer's location directly in Google Maps or Waze.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Call Customer: One tap to call the customer's phone when arriving.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Screen Signature: Customer signs with their finger on the screen as proof of delivery.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ENGINEERING &amp; TESTING   •   PRESENTER: TRISTAN DAVE M. PLAZA (MOBILE APP &amp; RIDER 1)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How We Built &amp; Tested the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💻  How the System Works Behind the Scenes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Built with Python &amp; Flask: A fast and lightweight web framework that runs smoothly on laptops and phones.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Organized Code: The project is divided into clean modules (Customers, Orders, Pickups, Deliveries, Payments) so team members can work together easily.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Secure Role Logins: Admin, Staff, and Riders each have their own login so staff only see what they need.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Reliable Database: Uses SQLite to store all orders, payments, and customer records safely.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🛡️  System Safety &amp; Automated Testing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Invalid Inputs: System blocks accidental mistakes like negative weights, past dates, or empty names.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79 / 79 Automated Tests Passed: We created 79 test programs to test every button, route, and calculation with zero errors.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Safe and Private: Protects against web attacks and prevents sensitive business reports from leaking.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Always Online: Deployed live on the cloud (Render), ready to use anytime from anywhere in Base Camp.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OPERATIONS &amp; DEMO   •   PRESENTER: MARVIN OCLARINO (PAYMENTS &amp; RIDER 2)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Motorcycle Logistics &amp; Live System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Motorcycle Delivery in Base Camp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Central Hub: Main laundry facility located at Base Camp Proper.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1 (Base Camp Proper &amp; Junction): Handled by Tristan Dave Plaza (Bajaj Moto 1).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2 (Sayre Highway Corridor): Handled by Marvin Oclarino (Bajaj Moto 2).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3 (Puroks 1 to 5 Residential): Handled by Mark Ephraim Nicor (Bajaj Moto 3).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Automatic Assignment: The system reads the customer's barangay zone and assigns the right rider.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💳  Payments, Receipts &amp; Support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Change Calculator: Shows rider the exact change to give the customer to avoid mistakes.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Thermal Receipts: Prints clean 80mm laundry receipts with barcodes for easy pickup.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Hotline: 0906-188-8611 (Calls &amp; SMS).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Store Hours: 8:00 AM to 4:30 PM, Monday to Saturday (Closed Sundays).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Facebook Page: facebook.com/LaundryCare.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NOW STARTING THE LIVE SYSTEM DEMONSTRATION</a:t>
            </a:r>
          </a:p>
          <a:p>
            <a:pPr>
              <a:spcBef>
                <a:spcPts val="3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Demo Flow: 1. Customer Books Online  ➔  2. Staff Encodes Weight &amp; Computes Bill  ➔  3. Machine Telemetry Status  ➔  4. Customer Checks Live Tracker  ➔  5. Rider Delivers &amp; Gets Finger Signature  ➔  6. Cashier Records Payment &amp; Prints Receipt.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